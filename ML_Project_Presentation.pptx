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Airline Passenger Satisfaction Prediction</a:t>
            </a:r>
          </a:p>
          <a:p>
            <a:r>
              <a:t>Presented by</a:t>
            </a:r>
            <a:r>
              <a:rPr/>
              <a:t>: </a:t>
            </a:r>
            <a:r>
              <a:rPr lang="en-US" dirty="0" smtClean="0"/>
              <a:t>Samuel </a:t>
            </a:r>
            <a:r>
              <a:rPr lang="en-US" dirty="0" err="1" smtClean="0"/>
              <a:t>Magar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passenger satisfaction</a:t>
            </a:r>
          </a:p>
          <a:p>
            <a:r>
              <a:t>Type: Classification problem</a:t>
            </a:r>
          </a:p>
          <a:p>
            <a:r>
              <a:t>Target: Satisfied / Not Satisfied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source</a:t>
            </a:r>
            <a:r>
              <a:rPr/>
              <a:t>: </a:t>
            </a:r>
            <a:r>
              <a:rPr lang="en-US" sz="1800" dirty="0" smtClean="0"/>
              <a:t>https://www.kaggle.com/datasets/teejmahal20/airline-passenger-satisfaction</a:t>
            </a:r>
            <a:endParaRPr sz="1800"/>
          </a:p>
          <a:p>
            <a:r>
              <a:t>Features </a:t>
            </a:r>
            <a:r>
              <a:rPr/>
              <a:t>include</a:t>
            </a:r>
            <a:r>
              <a:rPr smtClean="0"/>
              <a:t>:</a:t>
            </a:r>
            <a:r>
              <a:rPr lang="en-US" dirty="0" smtClean="0"/>
              <a:t> </a:t>
            </a:r>
            <a:endParaRPr/>
          </a:p>
          <a:p>
            <a:pPr>
              <a:buNone/>
            </a:pPr>
            <a:r>
              <a:rPr lang="en-US" dirty="0" smtClean="0"/>
              <a:t>	</a:t>
            </a:r>
            <a:r>
              <a:rPr smtClean="0"/>
              <a:t>- </a:t>
            </a:r>
            <a:r>
              <a:t>Demographics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smtClean="0"/>
              <a:t>- </a:t>
            </a:r>
            <a:r>
              <a:t>Flight details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smtClean="0"/>
              <a:t>- </a:t>
            </a:r>
            <a:r>
              <a:t>Service ratings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values</a:t>
            </a:r>
          </a:p>
          <a:p>
            <a:r>
              <a:t>Encoding categorical variables</a:t>
            </a:r>
          </a:p>
          <a:p>
            <a:r>
              <a:t>Feature scaling</a:t>
            </a:r>
          </a:p>
          <a:p>
            <a:r>
              <a:t>Removing outliers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distributions</a:t>
            </a:r>
          </a:p>
          <a:p>
            <a:r>
              <a:t>Correlation analysis</a:t>
            </a:r>
          </a:p>
          <a:p>
            <a:r>
              <a:t>Identifying important features</a:t>
            </a:r>
          </a:p>
          <a:p>
            <a:r>
              <a:t>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Creating new features</a:t>
            </a:r>
          </a:p>
          <a:p>
            <a:r>
              <a:t>Selecting important features</a:t>
            </a:r>
          </a:p>
          <a:p>
            <a:r>
              <a:t>Dropping irrelevant 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Tried multiple models: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smtClean="0"/>
              <a:t>- </a:t>
            </a:r>
            <a:r>
              <a:rPr/>
              <a:t>Logistic </a:t>
            </a:r>
            <a:r>
              <a:rPr smtClean="0"/>
              <a:t>Regression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- KNN Classifier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- SVM</a:t>
            </a:r>
            <a:endParaRPr/>
          </a:p>
          <a:p>
            <a:pPr>
              <a:buNone/>
            </a:pPr>
            <a:r>
              <a:rPr lang="en-US" dirty="0" smtClean="0"/>
              <a:t>	</a:t>
            </a:r>
            <a:r>
              <a:rPr smtClean="0"/>
              <a:t>- </a:t>
            </a:r>
            <a:r>
              <a:rPr/>
              <a:t>Random </a:t>
            </a:r>
            <a:r>
              <a:rPr smtClean="0"/>
              <a:t>Forest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CataBoost</a:t>
            </a:r>
            <a:endParaRPr smtClean="0"/>
          </a:p>
          <a:p>
            <a:pPr>
              <a:buNone/>
            </a:pPr>
            <a:r>
              <a:rPr lang="en-US" dirty="0" smtClean="0"/>
              <a:t>	</a:t>
            </a:r>
            <a:r>
              <a:rPr smtClean="0"/>
              <a:t>- </a:t>
            </a:r>
            <a:r>
              <a:t>LightGBM</a:t>
            </a:r>
          </a:p>
          <a:p>
            <a:r>
              <a:rPr smtClean="0"/>
              <a:t>Selected </a:t>
            </a:r>
            <a:r>
              <a:t>best based on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data (Train/Test)</a:t>
            </a:r>
          </a:p>
          <a:p>
            <a:r>
              <a:t>Train model on training set</a:t>
            </a:r>
          </a:p>
          <a:p>
            <a:r>
              <a:t>Tune hyperparameters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</a:t>
            </a:r>
          </a:p>
          <a:p>
            <a:r>
              <a:t>- Accuracy</a:t>
            </a:r>
          </a:p>
          <a:p>
            <a:r>
              <a:t>- Precision</a:t>
            </a:r>
          </a:p>
          <a:p>
            <a:r>
              <a:t>- Recall</a:t>
            </a:r>
          </a:p>
          <a:p>
            <a:r>
              <a:t>- F1 Score</a:t>
            </a:r>
          </a:p>
          <a:p>
            <a:pPr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Chosen Model: LightGBM</a:t>
            </a:r>
          </a:p>
          <a:p>
            <a:r>
              <a:t>Reason: High accuracy &amp; fast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app using Streamlit</a:t>
            </a:r>
          </a:p>
          <a:p>
            <a:r>
              <a:t>User inputs → Model prediction</a:t>
            </a:r>
          </a:p>
          <a:p>
            <a:r>
              <a:t>Deployed on Streamlit Cloud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data</a:t>
            </a:r>
          </a:p>
          <a:p>
            <a:r>
              <a:t>Feature selection</a:t>
            </a:r>
          </a:p>
          <a:p>
            <a:r>
              <a:rPr lang="en-US" dirty="0" smtClean="0"/>
              <a:t>##</a:t>
            </a:r>
            <a:r>
              <a:rPr smtClean="0"/>
              <a:t>Deployment </a:t>
            </a:r>
            <a:r>
              <a:t>errors (like ModuleNotFoundError)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successfully predicts satisfaction</a:t>
            </a:r>
          </a:p>
          <a:p>
            <a:r>
              <a:t>Can help airlines improve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model accuracy</a:t>
            </a:r>
          </a:p>
          <a:p>
            <a:r>
              <a:t>Use </a:t>
            </a:r>
            <a:r>
              <a:rPr/>
              <a:t>deep </a:t>
            </a:r>
            <a:r>
              <a:rPr smtClean="0"/>
              <a:t>learnin</a:t>
            </a:r>
            <a:r>
              <a:rPr lang="en-US" dirty="0" smtClean="0"/>
              <a:t>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170</Words>
  <Application>Microsoft Macintosh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Machine Learning Project</vt:lpstr>
      <vt:lpstr>Problem Statement</vt:lpstr>
      <vt:lpstr>Data Collection</vt:lpstr>
      <vt:lpstr>Data Preprocessing</vt:lpstr>
      <vt:lpstr>Exploratory Data Analysis (EDA)</vt:lpstr>
      <vt:lpstr>Feature Engineering</vt:lpstr>
      <vt:lpstr>Model Selection</vt:lpstr>
      <vt:lpstr>Model Training</vt:lpstr>
      <vt:lpstr>Model Evaluation</vt:lpstr>
      <vt:lpstr>Final Model</vt:lpstr>
      <vt:lpstr>Deployment</vt:lpstr>
      <vt:lpstr>Challenges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Project</dc:title>
  <dc:subject/>
  <dc:creator/>
  <cp:keywords/>
  <dc:description>generated using python-pptx</dc:description>
  <cp:lastModifiedBy>APPPLE</cp:lastModifiedBy>
  <cp:revision>2</cp:revision>
  <dcterms:created xsi:type="dcterms:W3CDTF">2013-01-27T09:14:16Z</dcterms:created>
  <dcterms:modified xsi:type="dcterms:W3CDTF">2026-04-04T12:27:19Z</dcterms:modified>
  <cp:category/>
</cp:coreProperties>
</file>